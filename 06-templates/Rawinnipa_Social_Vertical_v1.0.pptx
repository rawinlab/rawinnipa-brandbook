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70848"/>
            <a:ext cx="1714500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1714500" y="9070848"/>
            <a:ext cx="1714500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9070848"/>
            <a:ext cx="1723644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657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/ ประกาศ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2743200"/>
            <a:ext cx="45034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7200" dirty="0"/>
          </a:p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</a:t>
            </a:r>
            <a:endParaRPr lang="en-US" sz="7200" dirty="0"/>
          </a:p>
        </p:txBody>
      </p:sp>
      <p:sp>
        <p:nvSpPr>
          <p:cNvPr id="8" name="Shape 5"/>
          <p:cNvSpPr/>
          <p:nvPr/>
        </p:nvSpPr>
        <p:spPr>
          <a:xfrm>
            <a:off x="320040" y="6035040"/>
            <a:ext cx="2103120" cy="457200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6035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 2.0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" y="6675120"/>
            <a:ext cx="4503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เวอร์ชันใหม่ที่รอคอย — เปิดให้ใช้งานเร็ว ๆ นี้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0" y="8229600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0" y="8641080"/>
            <a:ext cx="514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SWIPE UP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14500" cy="54864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1714500" y="0"/>
            <a:ext cx="1714500" cy="54864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723644" cy="54864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657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2011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320040" y="3474720"/>
            <a:ext cx="45034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</a:t>
            </a:r>
            <a:pPr indent="0" marL="0">
              <a:buNone/>
            </a:pPr>
            <a:r>
              <a:rPr lang="en-US" sz="56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indent="0" marL="0">
              <a:buNone/>
            </a:pPr>
            <a:r>
              <a:rPr lang="en-US" sz="5600" b="1" spc="-100" kern="0" dirty="0">
                <a:solidFill>
                  <a:srgbClr val="3EDC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</a:t>
            </a:r>
            <a:pPr indent="0" marL="0">
              <a:buNone/>
            </a:pPr>
            <a:r>
              <a:rPr lang="en-US" sz="5600" b="1" spc="-1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320040" y="6675120"/>
            <a:ext cx="45034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สร้างระบบที่ขับเคลื่อนธุรกิจ.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850392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8080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RAWINNIPA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070848"/>
            <a:ext cx="1714500" cy="73152"/>
          </a:xfrm>
          <a:prstGeom prst="rect">
            <a:avLst/>
          </a:prstGeom>
          <a:solidFill>
            <a:srgbClr val="23B591"/>
          </a:solidFill>
          <a:ln/>
        </p:spPr>
      </p:sp>
      <p:sp>
        <p:nvSpPr>
          <p:cNvPr id="3" name="Shape 1"/>
          <p:cNvSpPr/>
          <p:nvPr/>
        </p:nvSpPr>
        <p:spPr>
          <a:xfrm>
            <a:off x="1714500" y="9070848"/>
            <a:ext cx="1714500" cy="73152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9070848"/>
            <a:ext cx="1723644" cy="73152"/>
          </a:xfrm>
          <a:prstGeom prst="rect">
            <a:avLst/>
          </a:prstGeom>
          <a:solidFill>
            <a:srgbClr val="9DC351"/>
          </a:solidFill>
          <a:ln/>
        </p:spPr>
      </p:sp>
      <p:pic>
        <p:nvPicPr>
          <p:cNvPr id="5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6576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554480"/>
            <a:ext cx="1463040" cy="457200"/>
          </a:xfrm>
          <a:prstGeom prst="rect">
            <a:avLst/>
          </a:prstGeom>
          <a:solidFill>
            <a:srgbClr val="3EDC81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 #01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2377440"/>
            <a:ext cx="45034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</a:t>
            </a:r>
            <a:endParaRPr lang="en-US" sz="7200" dirty="0"/>
          </a:p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smaller,</a:t>
            </a:r>
            <a:endParaRPr lang="en-US" sz="7200" dirty="0"/>
          </a:p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</a:t>
            </a:r>
            <a:endParaRPr lang="en-US" sz="7200" dirty="0"/>
          </a:p>
          <a:p>
            <a:pPr indent="0" marL="0">
              <a:buNone/>
            </a:pPr>
            <a:r>
              <a:rPr lang="en-US" sz="7200" b="1" spc="-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sooner.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320040" y="6949440"/>
            <a:ext cx="45034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เริ่มด้วย MVP เล็กๆ ที่ใช้จริงได้ แล้วค่อยๆ ปรับปรุงจากฟีดแบค — ดีกว่ารอ 6 เดือนแล้วค่อยเปิด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859536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#RAWINNIPA · rawinsoft.com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ED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zealous-bold-davinci/mnt/brand-book/02-logo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657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2560320"/>
            <a:ext cx="51435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0" b="1" spc="-5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120+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0" y="6400800"/>
            <a:ext cx="51435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shipped</a:t>
            </a:r>
            <a:endParaRPr lang="en-US" sz="2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โปรเจกต์ที่ส่งมอบ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8503920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rawinsoft.com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Rawinnipa Social — Vertical 9:16</dc:title>
  <dc:subject>PptxGenJS Presentation</dc:subject>
  <dc:creator>PptxGenJS</dc:creator>
  <cp:lastModifiedBy>PptxGenJS</cp:lastModifiedBy>
  <cp:revision>1</cp:revision>
  <dcterms:created xsi:type="dcterms:W3CDTF">2026-04-19T14:49:10Z</dcterms:created>
  <dcterms:modified xsi:type="dcterms:W3CDTF">2026-04-19T14:49:10Z</dcterms:modified>
</cp:coreProperties>
</file>