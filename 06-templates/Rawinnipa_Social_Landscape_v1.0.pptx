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0348"/>
            <a:ext cx="3048000" cy="73152"/>
          </a:xfrm>
          <a:prstGeom prst="rect">
            <a:avLst/>
          </a:prstGeom>
          <a:solidFill>
            <a:srgbClr val="23B591"/>
          </a:solidFill>
          <a:ln/>
        </p:spPr>
      </p:sp>
      <p:sp>
        <p:nvSpPr>
          <p:cNvPr id="3" name="Shape 1"/>
          <p:cNvSpPr/>
          <p:nvPr/>
        </p:nvSpPr>
        <p:spPr>
          <a:xfrm>
            <a:off x="3048000" y="5070348"/>
            <a:ext cx="3048000" cy="73152"/>
          </a:xfrm>
          <a:prstGeom prst="rect">
            <a:avLst/>
          </a:prstGeom>
          <a:solidFill>
            <a:srgbClr val="3EDC81"/>
          </a:solidFill>
          <a:ln/>
        </p:spPr>
      </p:sp>
      <p:sp>
        <p:nvSpPr>
          <p:cNvPr id="4" name="Shape 2"/>
          <p:cNvSpPr/>
          <p:nvPr/>
        </p:nvSpPr>
        <p:spPr>
          <a:xfrm>
            <a:off x="6096000" y="5070348"/>
            <a:ext cx="3057144" cy="73152"/>
          </a:xfrm>
          <a:prstGeom prst="rect">
            <a:avLst/>
          </a:prstGeom>
          <a:solidFill>
            <a:srgbClr val="9DC351"/>
          </a:solidFill>
          <a:ln/>
        </p:spPr>
      </p:sp>
      <p:pic>
        <p:nvPicPr>
          <p:cNvPr id="5" name="Image 0" descr="/sessions/zealous-bold-davinci/mnt/brand-book/02-logo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097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ANNOUNCEMENT / ประกาศ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65760" y="1645920"/>
            <a:ext cx="8412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spc="-200" kern="0" dirty="0">
                <a:solidFill>
                  <a:srgbClr val="F7F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Launching something new.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365760" y="39319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DDDD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เปิดตัวสิ่งใหม่ — รายละเอียดเพิ่มเติม: rawinsoft.com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65760" y="46177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7F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</a:t>
            </a:r>
            <a:pPr indent="0" marL="0">
              <a:buNone/>
            </a:pPr>
            <a:r>
              <a:rPr lang="en-US" sz="1100" b="1" dirty="0">
                <a:solidFill>
                  <a:srgbClr val="F7F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</a:t>
            </a:r>
            <a:pPr indent="0" marL="0">
              <a:buNone/>
            </a:pPr>
            <a:r>
              <a:rPr lang="en-US" sz="1100" b="1" spc="600" kern="0" dirty="0">
                <a:solidFill>
                  <a:srgbClr val="F7F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</a:t>
            </a:r>
            <a:pPr indent="0" marL="0">
              <a:buNone/>
            </a:pPr>
            <a:r>
              <a:rPr lang="en-US" sz="1100" b="1" spc="600" kern="0" dirty="0">
                <a:solidFill>
                  <a:srgbClr val="3EDC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000" cy="54864"/>
          </a:xfrm>
          <a:prstGeom prst="rect">
            <a:avLst/>
          </a:prstGeom>
          <a:solidFill>
            <a:srgbClr val="23B591"/>
          </a:solidFill>
          <a:ln/>
        </p:spPr>
      </p:sp>
      <p:sp>
        <p:nvSpPr>
          <p:cNvPr id="3" name="Shape 1"/>
          <p:cNvSpPr/>
          <p:nvPr/>
        </p:nvSpPr>
        <p:spPr>
          <a:xfrm>
            <a:off x="3048000" y="0"/>
            <a:ext cx="3048000" cy="54864"/>
          </a:xfrm>
          <a:prstGeom prst="rect">
            <a:avLst/>
          </a:prstGeom>
          <a:solidFill>
            <a:srgbClr val="3EDC81"/>
          </a:solidFill>
          <a:ln/>
        </p:spPr>
      </p:sp>
      <p:sp>
        <p:nvSpPr>
          <p:cNvPr id="4" name="Shape 2"/>
          <p:cNvSpPr/>
          <p:nvPr/>
        </p:nvSpPr>
        <p:spPr>
          <a:xfrm>
            <a:off x="6096000" y="0"/>
            <a:ext cx="3057144" cy="54864"/>
          </a:xfrm>
          <a:prstGeom prst="rect">
            <a:avLst/>
          </a:prstGeom>
          <a:solidFill>
            <a:srgbClr val="9DC351"/>
          </a:solidFill>
          <a:ln/>
        </p:spPr>
      </p:sp>
      <p:pic>
        <p:nvPicPr>
          <p:cNvPr id="5" name="Image 0" descr="/sessions/zealous-bold-davinci/mnt/brand-book/02-logo/logo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73152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rgbClr val="3EDC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</a:t>
            </a:r>
            <a:endParaRPr lang="en-US" sz="12000" dirty="0"/>
          </a:p>
        </p:txBody>
      </p:sp>
      <p:sp>
        <p:nvSpPr>
          <p:cNvPr id="7" name="Text 4"/>
          <p:cNvSpPr/>
          <p:nvPr/>
        </p:nvSpPr>
        <p:spPr>
          <a:xfrm>
            <a:off x="365760" y="2011680"/>
            <a:ext cx="8412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what </a:t>
            </a:r>
            <a:pPr indent="0" marL="0">
              <a:buNone/>
            </a:pPr>
            <a:r>
              <a:rPr lang="en-US" sz="5400" b="1" spc="-100" kern="0" dirty="0">
                <a:solidFill>
                  <a:srgbClr val="3EDC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moves</a:t>
            </a:r>
            <a:pPr indent="0" marL="0">
              <a:buNone/>
            </a:pPr>
            <a:r>
              <a:rPr lang="en-US" sz="5400" b="1" spc="-100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365760" y="38404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สร้างระบบที่ขับเคลื่อนธุรกิจ.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65760" y="4617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RAWINNIPA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000" cy="54864"/>
          </a:xfrm>
          <a:prstGeom prst="rect">
            <a:avLst/>
          </a:prstGeom>
          <a:solidFill>
            <a:srgbClr val="23B591"/>
          </a:solidFill>
          <a:ln/>
        </p:spPr>
      </p:sp>
      <p:sp>
        <p:nvSpPr>
          <p:cNvPr id="3" name="Shape 1"/>
          <p:cNvSpPr/>
          <p:nvPr/>
        </p:nvSpPr>
        <p:spPr>
          <a:xfrm>
            <a:off x="3048000" y="0"/>
            <a:ext cx="3048000" cy="54864"/>
          </a:xfrm>
          <a:prstGeom prst="rect">
            <a:avLst/>
          </a:prstGeom>
          <a:solidFill>
            <a:srgbClr val="3EDC81"/>
          </a:solidFill>
          <a:ln/>
        </p:spPr>
      </p:sp>
      <p:sp>
        <p:nvSpPr>
          <p:cNvPr id="4" name="Shape 2"/>
          <p:cNvSpPr/>
          <p:nvPr/>
        </p:nvSpPr>
        <p:spPr>
          <a:xfrm>
            <a:off x="6096000" y="0"/>
            <a:ext cx="3057144" cy="54864"/>
          </a:xfrm>
          <a:prstGeom prst="rect">
            <a:avLst/>
          </a:prstGeom>
          <a:solidFill>
            <a:srgbClr val="9DC351"/>
          </a:solidFill>
          <a:ln/>
        </p:spPr>
      </p:sp>
      <p:pic>
        <p:nvPicPr>
          <p:cNvPr id="5" name="Image 0" descr="/sessions/zealous-bold-davinci/mnt/brand-book/02-logo/logo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097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THE NUMBERS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11480" y="1737360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0" b="1" spc="-200" kern="0" dirty="0">
                <a:solidFill>
                  <a:srgbClr val="3EDC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120+</a:t>
            </a:r>
            <a:endParaRPr lang="en-US" sz="7600" dirty="0"/>
          </a:p>
        </p:txBody>
      </p:sp>
      <p:sp>
        <p:nvSpPr>
          <p:cNvPr id="8" name="Text 5"/>
          <p:cNvSpPr/>
          <p:nvPr/>
        </p:nvSpPr>
        <p:spPr>
          <a:xfrm>
            <a:off x="411480" y="3383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11480" y="3703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โปรเจกต์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46120" y="1737360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0" b="1" spc="-200" kern="0" dirty="0">
                <a:solidFill>
                  <a:srgbClr val="3EDC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</a:t>
            </a:r>
            <a:endParaRPr lang="en-US" sz="7600" dirty="0"/>
          </a:p>
        </p:txBody>
      </p:sp>
      <p:sp>
        <p:nvSpPr>
          <p:cNvPr id="11" name="Text 8"/>
          <p:cNvSpPr/>
          <p:nvPr/>
        </p:nvSpPr>
        <p:spPr>
          <a:xfrm>
            <a:off x="3246120" y="3383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246120" y="3703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ลูกค้า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080760" y="1737360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0" b="1" spc="-200" kern="0" dirty="0">
                <a:solidFill>
                  <a:srgbClr val="3EDC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99%</a:t>
            </a:r>
            <a:endParaRPr lang="en-US" sz="7600" dirty="0"/>
          </a:p>
        </p:txBody>
      </p:sp>
      <p:sp>
        <p:nvSpPr>
          <p:cNvPr id="14" name="Text 11"/>
          <p:cNvSpPr/>
          <p:nvPr/>
        </p:nvSpPr>
        <p:spPr>
          <a:xfrm>
            <a:off x="6080760" y="3383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On-time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080760" y="3703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ตรงเวลา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0348"/>
            <a:ext cx="3048000" cy="73152"/>
          </a:xfrm>
          <a:prstGeom prst="rect">
            <a:avLst/>
          </a:prstGeom>
          <a:solidFill>
            <a:srgbClr val="23B591"/>
          </a:solidFill>
          <a:ln/>
        </p:spPr>
      </p:sp>
      <p:sp>
        <p:nvSpPr>
          <p:cNvPr id="3" name="Shape 1"/>
          <p:cNvSpPr/>
          <p:nvPr/>
        </p:nvSpPr>
        <p:spPr>
          <a:xfrm>
            <a:off x="3048000" y="5070348"/>
            <a:ext cx="3048000" cy="73152"/>
          </a:xfrm>
          <a:prstGeom prst="rect">
            <a:avLst/>
          </a:prstGeom>
          <a:solidFill>
            <a:srgbClr val="3EDC81"/>
          </a:solidFill>
          <a:ln/>
        </p:spPr>
      </p:sp>
      <p:sp>
        <p:nvSpPr>
          <p:cNvPr id="4" name="Shape 2"/>
          <p:cNvSpPr/>
          <p:nvPr/>
        </p:nvSpPr>
        <p:spPr>
          <a:xfrm>
            <a:off x="6096000" y="5070348"/>
            <a:ext cx="3057144" cy="73152"/>
          </a:xfrm>
          <a:prstGeom prst="rect">
            <a:avLst/>
          </a:prstGeom>
          <a:solidFill>
            <a:srgbClr val="9DC351"/>
          </a:solidFill>
          <a:ln/>
        </p:spPr>
      </p:sp>
      <p:pic>
        <p:nvPicPr>
          <p:cNvPr id="5" name="Image 0" descr="/sessions/zealous-bold-davinci/mnt/brand-book/02-logo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45720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097280"/>
            <a:ext cx="1280160" cy="365760"/>
          </a:xfrm>
          <a:prstGeom prst="rect">
            <a:avLst/>
          </a:prstGeom>
          <a:solidFill>
            <a:srgbClr val="3EDC81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1097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 #01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1645920"/>
            <a:ext cx="8412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F7F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 smaller, ship sooner.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365760" y="347472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เริ่มด้วย MVP ที่เล็กที่สุดที่ใช้ได้จริง แล้วค่อยปรับปรุงจากฟีดแบคผู้ใช้จริง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65760" y="46177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#RAWINNIPA · rawinsoft.com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Rawinnipa Social — Landscape 16:9</dc:title>
  <dc:subject>PptxGenJS Presentation</dc:subject>
  <dc:creator>PptxGenJS</dc:creator>
  <cp:lastModifiedBy>PptxGenJS</cp:lastModifiedBy>
  <cp:revision>1</cp:revision>
  <dcterms:created xsi:type="dcterms:W3CDTF">2026-04-19T14:49:10Z</dcterms:created>
  <dcterms:modified xsi:type="dcterms:W3CDTF">2026-04-19T14:49:10Z</dcterms:modified>
</cp:coreProperties>
</file>