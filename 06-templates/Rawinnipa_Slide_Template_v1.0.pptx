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4063898" cy="73152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6784848"/>
            <a:ext cx="4063898" cy="73152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6784848"/>
            <a:ext cx="4073042" cy="73152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· PRESENTATION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2194560"/>
            <a:ext cx="114601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spc="-2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RAWIN</a:t>
            </a:r>
            <a:pPr indent="0" marL="0">
              <a:buNone/>
            </a:pPr>
            <a:r>
              <a:rPr lang="en-US" sz="11000" b="1" spc="-200" kern="0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NIPA</a:t>
            </a:r>
            <a:endParaRPr lang="en-US" sz="11000" dirty="0"/>
          </a:p>
        </p:txBody>
      </p:sp>
      <p:sp>
        <p:nvSpPr>
          <p:cNvPr id="8" name="Text 5"/>
          <p:cNvSpPr/>
          <p:nvPr/>
        </p:nvSpPr>
        <p:spPr>
          <a:xfrm>
            <a:off x="365760" y="3840480"/>
            <a:ext cx="11460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DDDD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[ หัวข้อย่อย — เปลี่ยนข้อความตรงนี้เป็นหัวข้อย่อยที่ต้องการ ]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5760" y="5852160"/>
            <a:ext cx="11460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pPr indent="0" marL="0">
              <a:buNone/>
            </a:pPr>
            <a:r>
              <a:rPr lang="en-US" sz="1400" b="1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</a:t>
            </a:r>
            <a:pPr indent="0" marL="0">
              <a:buNone/>
            </a:pPr>
            <a:r>
              <a:rPr lang="en-US" sz="1400" b="1" spc="6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</a:t>
            </a:r>
            <a:pPr indent="0" marL="0">
              <a:buNone/>
            </a:pPr>
            <a:r>
              <a:rPr lang="en-US" sz="1400" b="1" spc="600" kern="0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6263640"/>
            <a:ext cx="11460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DATE · PRESENTER · PROJECT 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4063898" cy="73152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6784848"/>
            <a:ext cx="4063898" cy="73152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6784848"/>
            <a:ext cx="4073042" cy="73152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46304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0" b="1" spc="-600" kern="0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6000" dirty="0"/>
          </a:p>
        </p:txBody>
      </p:sp>
      <p:sp>
        <p:nvSpPr>
          <p:cNvPr id="7" name="Text 4"/>
          <p:cNvSpPr/>
          <p:nvPr/>
        </p:nvSpPr>
        <p:spPr>
          <a:xfrm>
            <a:off x="621792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ONE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0" y="32004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1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Title Here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217920" y="42976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DDDD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คำอธิบายสั้นๆ ของหัวข้อนี้ในภาษาไทย — อธิบายสิ่งที่ผู้ฟังจะได้เรียนรู้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73042" cy="54864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 / หัวข้อ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we'll cover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365760" y="283464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280160" y="283464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035040" y="283464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เกริ่นนำและภาพรวม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65760" y="3547872"/>
            <a:ext cx="11460175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54787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280160" y="354787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035040" y="3547872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ประเด็นปัญหาที่ต้องการแก้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65760" y="4261104"/>
            <a:ext cx="11460175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426110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280160" y="426110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035040" y="4261104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แนวทางและวิธีการ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65760" y="4974336"/>
            <a:ext cx="11460175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974336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1280160" y="497433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Studies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035040" y="4974336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ตัวอย่างกรณีศึกษา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65760" y="5687568"/>
            <a:ext cx="11460175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568756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1280160" y="568756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035040" y="568756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ขั้นตอนต่อไป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73042" cy="54864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01 · TOPIC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1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Single-Column Content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65760" y="2286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หัวข้อย่อยภาษาไทยสำหรับบริบทเพิ่มเติม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3200400"/>
            <a:ext cx="11430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เนื้อหาหลักของหัวข้อนี้วางตรงนี้ — สามารถเป็นพารากราฟยาวได้ หรือจะเปลี่ยนเป็น bullet points ก็ได้ตามความเหมาะสม
</a:t>
            </a:r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this with the most important takeaway — the one thing the audience should remember from this slide.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73042" cy="54864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 · TOPIC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1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Two-Column Layout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65760" y="274320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 column headline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ใส่ข้อความภาษาไทยที่นี่ — อธิบายแนวคิดหรือรายละเอียดของส่วนนี้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English line that expands on the Thai copy above.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0" y="2743200"/>
            <a:ext cx="5394960" cy="3474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743200"/>
            <a:ext cx="73152" cy="3474720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4297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Visual · Image · Chart ]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83680" y="4800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ใส่รูป กราฟ หรือ visual element ตรงนี้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73042" cy="54864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THE NUMBERS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1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in Data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289408" y="301752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spc="-200" kern="0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120+</a:t>
            </a:r>
            <a:endParaRPr lang="en-US" sz="9600" dirty="0"/>
          </a:p>
        </p:txBody>
      </p:sp>
      <p:sp>
        <p:nvSpPr>
          <p:cNvPr id="9" name="Text 6"/>
          <p:cNvSpPr/>
          <p:nvPr/>
        </p:nvSpPr>
        <p:spPr>
          <a:xfrm>
            <a:off x="289408" y="4846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 shipped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89408" y="5257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โปรเจกต์ที่ส่งมอบ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221328" y="301752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spc="-200" kern="0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9600" dirty="0"/>
          </a:p>
        </p:txBody>
      </p:sp>
      <p:sp>
        <p:nvSpPr>
          <p:cNvPr id="12" name="Text 9"/>
          <p:cNvSpPr/>
          <p:nvPr/>
        </p:nvSpPr>
        <p:spPr>
          <a:xfrm>
            <a:off x="4221328" y="4846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Clients served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221328" y="5257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ลูกค้าที่ให้ความไว้วางใจ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53248" y="301752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spc="-200" kern="0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99%</a:t>
            </a:r>
            <a:endParaRPr lang="en-US" sz="9600" dirty="0"/>
          </a:p>
        </p:txBody>
      </p:sp>
      <p:sp>
        <p:nvSpPr>
          <p:cNvPr id="15" name="Text 12"/>
          <p:cNvSpPr/>
          <p:nvPr/>
        </p:nvSpPr>
        <p:spPr>
          <a:xfrm>
            <a:off x="8153248" y="4846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On-time delivery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153248" y="5257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อัตราส่งมอบตรงเวลา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4063898" cy="73152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6784848"/>
            <a:ext cx="4063898" cy="73152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6784848"/>
            <a:ext cx="4073042" cy="73152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/ STATEMENT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1109441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“We don't build software.
</a:t>
            </a:r>
            <a:pPr indent="0" marL="0">
              <a:buNone/>
            </a:pPr>
            <a:r>
              <a:rPr lang="en-US" sz="5400" b="1" spc="-1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build what </a:t>
            </a:r>
            <a:pPr indent="0" marL="0">
              <a:buNone/>
            </a:pPr>
            <a:r>
              <a:rPr lang="en-US" sz="5400" b="1" spc="-100" kern="0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moves</a:t>
            </a:r>
            <a:pPr indent="0" marL="0">
              <a:buNone/>
            </a:pPr>
            <a:r>
              <a:rPr lang="en-US" sz="5400" b="1" spc="-1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your business.”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5303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NAME · ROLE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154680"/>
            <a:ext cx="6095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IMAGE ]</a:t>
            </a:r>
            <a:endParaRPr lang="en-US" sz="2200" dirty="0"/>
          </a:p>
        </p:txBody>
      </p:sp>
      <p:pic>
        <p:nvPicPr>
          <p:cNvPr id="4" name="Image 0" descr="/sessions/zealous-bold-davinci/mnt/brand-book/02-logo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1608" y="365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61608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· CAPTION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61608" y="16459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+ Context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61608" y="292608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คำบรรยายภาพ — อธิบายว่าภาพนี้แสดงถึงอะไร ทำไมถึงสำคัญ และผู้ชมควรสังเกตจุดใดเป็นพิเศษ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73042" cy="54864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/ TIMELINE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spc="-1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5-Step Process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1511778" y="4069080"/>
            <a:ext cx="91681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00298" y="3657600"/>
            <a:ext cx="822960" cy="822960"/>
          </a:xfrm>
          <a:prstGeom prst="ellipse">
            <a:avLst/>
          </a:prstGeom>
          <a:solidFill>
            <a:srgbClr val="3EDC81"/>
          </a:solidFill>
          <a:ln w="25400">
            <a:solidFill>
              <a:srgbClr val="3EDC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00298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65760" y="4617720"/>
            <a:ext cx="2292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65760" y="5029200"/>
            <a:ext cx="22920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ค้นหาปัญหา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92333" y="3657600"/>
            <a:ext cx="822960" cy="822960"/>
          </a:xfrm>
          <a:prstGeom prst="ellipse">
            <a:avLst/>
          </a:prstGeom>
          <a:solidFill>
            <a:srgbClr val="F7F7F7"/>
          </a:solidFill>
          <a:ln w="25400">
            <a:solidFill>
              <a:srgbClr val="BBBBB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92333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2657795" y="4617720"/>
            <a:ext cx="2292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657795" y="5029200"/>
            <a:ext cx="22920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ออกแบบ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84368" y="3657600"/>
            <a:ext cx="822960" cy="822960"/>
          </a:xfrm>
          <a:prstGeom prst="ellipse">
            <a:avLst/>
          </a:prstGeom>
          <a:solidFill>
            <a:srgbClr val="F7F7F7"/>
          </a:solidFill>
          <a:ln w="25400">
            <a:solidFill>
              <a:srgbClr val="BBBBB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84368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4949830" y="4617720"/>
            <a:ext cx="2292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949830" y="5029200"/>
            <a:ext cx="22920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พัฒนา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976403" y="3657600"/>
            <a:ext cx="822960" cy="822960"/>
          </a:xfrm>
          <a:prstGeom prst="ellipse">
            <a:avLst/>
          </a:prstGeom>
          <a:solidFill>
            <a:srgbClr val="F7F7F7"/>
          </a:solidFill>
          <a:ln w="25400">
            <a:solidFill>
              <a:srgbClr val="BBBBB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76403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241865" y="4617720"/>
            <a:ext cx="2292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241865" y="5029200"/>
            <a:ext cx="22920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เปิดใช้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0268438" y="3657600"/>
            <a:ext cx="822960" cy="822960"/>
          </a:xfrm>
          <a:prstGeom prst="ellipse">
            <a:avLst/>
          </a:prstGeom>
          <a:solidFill>
            <a:srgbClr val="F7F7F7"/>
          </a:solidFill>
          <a:ln w="25400">
            <a:solidFill>
              <a:srgbClr val="BBBBB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268438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9533900" y="4617720"/>
            <a:ext cx="2292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533900" y="5029200"/>
            <a:ext cx="22920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ปรับปรุง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4063898" cy="73152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6784848"/>
            <a:ext cx="4063898" cy="73152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6784848"/>
            <a:ext cx="4073042" cy="73152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645920"/>
            <a:ext cx="114601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7" name="Text 4"/>
          <p:cNvSpPr/>
          <p:nvPr/>
        </p:nvSpPr>
        <p:spPr>
          <a:xfrm>
            <a:off x="365760" y="3246120"/>
            <a:ext cx="11460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DDDD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ขอบคุณที่ให้ความสนใจ — พร้อมตอบทุกคำถาม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65760" y="47548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sayhi@rawinsoft.com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rawinsoft.com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400" b="1" spc="6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pPr indent="0" marL="0">
              <a:buNone/>
            </a:pPr>
            <a:r>
              <a:rPr lang="en-US" sz="1400" b="1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</a:t>
            </a:r>
            <a:pPr indent="0" marL="0">
              <a:buNone/>
            </a:pPr>
            <a:r>
              <a:rPr lang="en-US" sz="1400" b="1" spc="6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</a:t>
            </a:r>
            <a:pPr indent="0" marL="0">
              <a:buNone/>
            </a:pPr>
            <a:r>
              <a:rPr lang="en-US" sz="1400" b="1" spc="600" kern="0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Rawinnipa Slide Template</dc:title>
  <dc:subject>PptxGenJS Presentation</dc:subject>
  <dc:creator>Rawinnipa</dc:creator>
  <cp:lastModifiedBy>Rawinnipa</cp:lastModifiedBy>
  <cp:revision>1</cp:revision>
  <dcterms:created xsi:type="dcterms:W3CDTF">2026-04-19T14:49:10Z</dcterms:created>
  <dcterms:modified xsi:type="dcterms:W3CDTF">2026-04-19T14:49:10Z</dcterms:modified>
</cp:coreProperties>
</file>