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070848"/>
            <a:ext cx="3048000" cy="73152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0" y="9070848"/>
            <a:ext cx="3048000" cy="73152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0" y="9070848"/>
            <a:ext cx="3057144" cy="73152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ANNOUNCEMENT / ประกาศ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spc="-2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We're</a:t>
            </a:r>
            <a:endParaRPr lang="en-US" sz="8400" dirty="0"/>
          </a:p>
          <a:p>
            <a:pPr indent="0" marL="0">
              <a:buNone/>
            </a:pPr>
            <a:r>
              <a:rPr lang="en-US" sz="8400" b="1" spc="-2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launching</a:t>
            </a:r>
            <a:endParaRPr lang="en-US" sz="8400" dirty="0"/>
          </a:p>
          <a:p>
            <a:pPr indent="0" marL="0">
              <a:buNone/>
            </a:pPr>
            <a:r>
              <a:rPr lang="en-US" sz="8400" b="1" spc="-2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something.</a:t>
            </a:r>
            <a:endParaRPr lang="en-US" sz="8400" dirty="0"/>
          </a:p>
        </p:txBody>
      </p:sp>
      <p:sp>
        <p:nvSpPr>
          <p:cNvPr id="8" name="Text 5"/>
          <p:cNvSpPr/>
          <p:nvPr/>
        </p:nvSpPr>
        <p:spPr>
          <a:xfrm>
            <a:off x="457200" y="6583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DDDD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รายละเอียดเพิ่มเติม — เปลี่ยนข้อความตรงนี้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8229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pPr indent="0" marL="0">
              <a:buNone/>
            </a:pPr>
            <a:r>
              <a:rPr lang="en-US" sz="1100" b="1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</a:t>
            </a:r>
            <a:pPr indent="0" marL="0">
              <a:buNone/>
            </a:pPr>
            <a:r>
              <a:rPr lang="en-US" sz="1100" b="1" spc="6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</a:t>
            </a:r>
            <a:pPr indent="0" marL="0">
              <a:buNone/>
            </a:pPr>
            <a:r>
              <a:rPr lang="en-US" sz="1100" b="1" spc="600" kern="0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0" y="0"/>
            <a:ext cx="3057144" cy="54864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5544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0" b="1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16000" dirty="0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spc="-1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what </a:t>
            </a:r>
            <a:pPr indent="0" marL="0">
              <a:buNone/>
            </a:pPr>
            <a:r>
              <a:rPr lang="en-US" sz="5600" b="1" spc="-100" kern="0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moves</a:t>
            </a:r>
            <a:pPr indent="0" marL="0">
              <a:buNone/>
            </a:pPr>
            <a:r>
              <a:rPr lang="en-US" sz="5600" b="1" spc="-1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สร้างระบบที่ขับเคลื่อนธุรกิจ.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8046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RAWINNIPA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0" y="0"/>
            <a:ext cx="3057144" cy="54864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0" y="457200"/>
            <a:ext cx="1828800" cy="822960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0" y="457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 #01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201168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0" b="1" spc="-1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smaller,</a:t>
            </a:r>
            <a:endParaRPr lang="en-US" sz="6200" dirty="0"/>
          </a:p>
          <a:p>
            <a:pPr algn="l" indent="0" marL="0">
              <a:buNone/>
            </a:pPr>
            <a:r>
              <a:rPr lang="en-US" sz="6200" b="1" spc="-1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sooner.</a:t>
            </a:r>
            <a:endParaRPr lang="en-US" sz="6200" dirty="0"/>
          </a:p>
        </p:txBody>
      </p:sp>
      <p:sp>
        <p:nvSpPr>
          <p:cNvPr id="9" name="Text 6"/>
          <p:cNvSpPr/>
          <p:nvPr/>
        </p:nvSpPr>
        <p:spPr>
          <a:xfrm>
            <a:off x="457200" y="530352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เริ่มด้วย MVP ที่เล็กที่สุดที่ใช้ได้จริง แล้วค่อยปรับปรุง จากฟีดแบคผู้ใช้จริง — ดีกว่านั่งคิดคนเดียวหกเดือน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8229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#RAWINNIPA · #BUILD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070848"/>
            <a:ext cx="3048000" cy="73152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0" y="9070848"/>
            <a:ext cx="3048000" cy="73152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0" y="9070848"/>
            <a:ext cx="3057144" cy="73152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THE NUMBERS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377440"/>
            <a:ext cx="8229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0" b="1" spc="-600" kern="0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120+</a:t>
            </a:r>
            <a:endParaRPr lang="en-US" sz="22000" dirty="0"/>
          </a:p>
        </p:txBody>
      </p:sp>
      <p:sp>
        <p:nvSpPr>
          <p:cNvPr id="8" name="Text 5"/>
          <p:cNvSpPr/>
          <p:nvPr/>
        </p:nvSpPr>
        <p:spPr>
          <a:xfrm>
            <a:off x="457200" y="69494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 shipped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BBBBB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โปรเจกต์ที่ส่งมอบ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070848"/>
            <a:ext cx="3048000" cy="73152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0" y="9070848"/>
            <a:ext cx="3048000" cy="73152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0" y="9070848"/>
            <a:ext cx="3057144" cy="73152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CAROUSEL · 01 / 05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8229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lessons</a:t>
            </a:r>
            <a:endParaRPr lang="en-US" sz="7200" dirty="0"/>
          </a:p>
          <a:p>
            <a:pPr indent="0" marL="0">
              <a:buNone/>
            </a:pPr>
            <a:r>
              <a:rPr lang="en-US" sz="7200" b="1" spc="-2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our</a:t>
            </a:r>
            <a:endParaRPr lang="en-US" sz="7200" dirty="0"/>
          </a:p>
          <a:p>
            <a:pPr indent="0" marL="0">
              <a:buNone/>
            </a:pPr>
            <a:r>
              <a:rPr lang="en-US" sz="7200" b="1" spc="-2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sprint.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7498080" y="7863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457200" y="8138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SWIPE / ปัดซ้าย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ED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zealous-bold-davinci/mnt/brand-book/02-logo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/ งาน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57200" y="21031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spc="-2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 us.</a:t>
            </a:r>
            <a:endParaRPr lang="en-US" sz="11000" dirty="0"/>
          </a:p>
        </p:txBody>
      </p:sp>
      <p:sp>
        <p:nvSpPr>
          <p:cNvPr id="5" name="Text 2"/>
          <p:cNvSpPr/>
          <p:nvPr/>
        </p:nvSpPr>
        <p:spPr>
          <a:xfrm>
            <a:off x="457200" y="45720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3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    </a:t>
            </a:r>
            <a:pPr indent="0" marL="0">
              <a:buNone/>
            </a:pPr>
            <a:r>
              <a:rPr lang="en-US" sz="2000" b="1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2026-05-30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spc="300" kern="0" dirty="0">
                <a:solidFill>
                  <a:srgbClr val="003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VENUE    </a:t>
            </a:r>
            <a:pPr indent="0" marL="0">
              <a:buNone/>
            </a:pPr>
            <a:r>
              <a:rPr lang="en-US" sz="2000" b="1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Location ]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spc="300" kern="0" dirty="0">
                <a:solidFill>
                  <a:srgbClr val="003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    </a:t>
            </a:r>
            <a:pPr indent="0" marL="0">
              <a:buNone/>
            </a:pPr>
            <a:r>
              <a:rPr lang="en-US" sz="2000" b="1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18:00 — 21:00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8229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rawinsoft.com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Rawinnipa Social — Square 1:1</dc:title>
  <dc:subject>PptxGenJS Presentation</dc:subject>
  <dc:creator>PptxGenJS</dc:creator>
  <cp:lastModifiedBy>PptxGenJS</cp:lastModifiedBy>
  <cp:revision>1</cp:revision>
  <dcterms:created xsi:type="dcterms:W3CDTF">2026-04-19T14:49:10Z</dcterms:created>
  <dcterms:modified xsi:type="dcterms:W3CDTF">2026-04-19T14:49:10Z</dcterms:modified>
</cp:coreProperties>
</file>